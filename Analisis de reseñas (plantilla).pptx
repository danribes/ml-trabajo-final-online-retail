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147a6bd4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147a6bd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147a6bd4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147a6bd4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147a6bd48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147a6bd4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147a6bd48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147a6bd48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147a6bd48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147a6bd48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994799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Análisis de reseñas en Trust Pilot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Objetivos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2317350" y="1152475"/>
            <a:ext cx="6515100" cy="9330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Objetivos del análisis / modelo</a:t>
            </a:r>
            <a:endParaRPr sz="1200"/>
          </a:p>
        </p:txBody>
      </p:sp>
      <p:sp>
        <p:nvSpPr>
          <p:cNvPr id="61" name="Google Shape;61;p14"/>
          <p:cNvSpPr/>
          <p:nvPr/>
        </p:nvSpPr>
        <p:spPr>
          <a:xfrm>
            <a:off x="387850" y="1152500"/>
            <a:ext cx="1835100" cy="93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Objetivos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387850" y="2221250"/>
            <a:ext cx="1835100" cy="2347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</a:t>
            </a:r>
            <a:r>
              <a:rPr lang="en">
                <a:solidFill>
                  <a:schemeClr val="lt1"/>
                </a:solidFill>
              </a:rPr>
              <a:t>sunciones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2317350" y="2220225"/>
            <a:ext cx="6515100" cy="23475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Criterios que he adoptado, flitrados de datos, eliminación de nulos, ….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Análisis sentimiento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Análisis topics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Conclusiones y Próximos pasos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2317350" y="1152475"/>
            <a:ext cx="6515100" cy="9330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Principales conclusiones</a:t>
            </a:r>
            <a:endParaRPr sz="1200"/>
          </a:p>
        </p:txBody>
      </p:sp>
      <p:sp>
        <p:nvSpPr>
          <p:cNvPr id="80" name="Google Shape;80;p17"/>
          <p:cNvSpPr/>
          <p:nvPr/>
        </p:nvSpPr>
        <p:spPr>
          <a:xfrm>
            <a:off x="387850" y="1152500"/>
            <a:ext cx="1835100" cy="93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Conclusiones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387850" y="2221250"/>
            <a:ext cx="1835100" cy="2347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Próximos pasos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2317350" y="2220225"/>
            <a:ext cx="6515100" cy="23475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Posible plan de accion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Estrategia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Otros análisis que se propone hacer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/>
              <a:t>…</a:t>
            </a:r>
            <a:endParaRPr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(instrucciones)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Esto es un propuesta de plantilla para facilitar hacer un powerpoint a aquellos menos habituados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El utilizar esta plantilla es opcional, el que se sienta más cómo con otra la puede utilizar sin problema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En las gráficas podéis pegar directamente las que os salen de python,pero que quede bonito.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